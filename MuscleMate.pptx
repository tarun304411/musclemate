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5" r:id="rId3"/>
    <p:sldId id="259" r:id="rId4"/>
    <p:sldId id="266" r:id="rId5"/>
    <p:sldId id="264" r:id="rId6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45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AA221-072A-D2B8-A43F-5316487A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02841-2EA7-8883-5416-FA1F8EAC2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3FAF4-4BF8-FDC8-D491-196EDCD43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30E1F-01F8-43B5-B94D-A55075F50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37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62AA-54B7-0E44-7D6D-60B06647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84B24-1AB3-4725-4DBD-66913E5E5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A3A88-F659-69AC-4CE8-4684C43EC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04157-3C79-3B4C-C228-A8543366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2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4428"/>
            <a:ext cx="8350210" cy="1901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 err="1"/>
              <a:t>MuscleMate</a:t>
            </a:r>
            <a:r>
              <a:rPr lang="en-US" sz="3600" b="1" dirty="0"/>
              <a:t> – Smart Fitness Solution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5" name="Rectangle 13">
            <a:extLst>
              <a:ext uri="{FF2B5EF4-FFF2-40B4-BE49-F238E27FC236}">
                <a16:creationId xmlns:a16="http://schemas.microsoft.com/office/drawing/2014/main" id="{85EA8999-2A63-01C7-4BB4-A82426ABC526}"/>
              </a:ext>
            </a:extLst>
          </p:cNvPr>
          <p:cNvGrpSpPr/>
          <p:nvPr/>
        </p:nvGrpSpPr>
        <p:grpSpPr>
          <a:xfrm>
            <a:off x="291402" y="3336054"/>
            <a:ext cx="8058809" cy="3386294"/>
            <a:chOff x="-1" y="-2"/>
            <a:chExt cx="6146545" cy="2533407"/>
          </a:xfrm>
        </p:grpSpPr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660CFBDA-C81F-BC1E-BAA5-3DB4DFD1287A}"/>
                </a:ext>
              </a:extLst>
            </p:cNvPr>
            <p:cNvSpPr/>
            <p:nvPr/>
          </p:nvSpPr>
          <p:spPr>
            <a:xfrm>
              <a:off x="-1" y="-2"/>
              <a:ext cx="6146545" cy="2533407"/>
            </a:xfrm>
            <a:prstGeom prst="rect">
              <a:avLst/>
            </a:prstGeom>
            <a:solidFill>
              <a:srgbClr val="ADE1F5"/>
            </a:solidFill>
            <a:ln w="15875" cap="rnd">
              <a:solidFill>
                <a:srgbClr val="FFFF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457200">
                <a:defRPr sz="1600" b="1" i="1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7" name="Rudra Patel…">
              <a:extLst>
                <a:ext uri="{FF2B5EF4-FFF2-40B4-BE49-F238E27FC236}">
                  <a16:creationId xmlns:a16="http://schemas.microsoft.com/office/drawing/2014/main" id="{33013A12-76D6-92C4-763F-09A43D85D694}"/>
                </a:ext>
              </a:extLst>
            </p:cNvPr>
            <p:cNvSpPr txBox="1"/>
            <p:nvPr/>
          </p:nvSpPr>
          <p:spPr>
            <a:xfrm>
              <a:off x="93936" y="512604"/>
              <a:ext cx="5958669" cy="15081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 defTabSz="457200">
                <a:defRPr sz="2500" b="1" i="1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r>
                <a:rPr dirty="0"/>
                <a:t>Tarun Prajapati</a:t>
              </a:r>
              <a:endParaRPr dirty="0">
                <a:solidFill>
                  <a:srgbClr val="FFFFFF"/>
                </a:solidFill>
              </a:endParaRPr>
            </a:p>
            <a:p>
              <a:pPr algn="ctr" defTabSz="457200">
                <a:defRPr sz="2500" b="1" i="1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r>
                <a:rPr dirty="0"/>
                <a:t>Roll No : 10</a:t>
              </a:r>
              <a:r>
                <a:rPr lang="en-US" dirty="0"/>
                <a:t>0</a:t>
              </a:r>
              <a:endParaRPr dirty="0">
                <a:solidFill>
                  <a:srgbClr val="FFFFFF"/>
                </a:solidFill>
              </a:endParaRPr>
            </a:p>
            <a:p>
              <a:pPr algn="ctr" defTabSz="457200">
                <a:defRPr sz="2500" b="1" i="1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r>
                <a:rPr dirty="0"/>
                <a:t>Enrolment No : 23002171310133</a:t>
              </a:r>
              <a:endParaRPr dirty="0">
                <a:solidFill>
                  <a:srgbClr val="FFFFFF"/>
                </a:solidFill>
              </a:endParaRPr>
            </a:p>
            <a:p>
              <a:pPr algn="ctr" defTabSz="457200">
                <a:defRPr sz="2500" b="1" i="1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r>
                <a:rPr dirty="0"/>
                <a:t>Batch : D3</a:t>
              </a:r>
              <a:endParaRPr dirty="0">
                <a:solidFill>
                  <a:srgbClr val="FFFFFF"/>
                </a:solidFill>
              </a:endParaRPr>
            </a:p>
            <a:p>
              <a:pPr algn="ctr" defTabSz="457200">
                <a:defRPr sz="2500" b="1" i="1"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r>
                <a:rPr dirty="0"/>
                <a:t>Branch : CST</a:t>
              </a:r>
            </a:p>
          </p:txBody>
        </p:sp>
      </p:grpSp>
      <p:pic>
        <p:nvPicPr>
          <p:cNvPr id="8" name="Picture 4" descr="Picture 4">
            <a:extLst>
              <a:ext uri="{FF2B5EF4-FFF2-40B4-BE49-F238E27FC236}">
                <a16:creationId xmlns:a16="http://schemas.microsoft.com/office/drawing/2014/main" id="{2603CA7A-23C4-417C-5DAB-B1737C9A7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" y="-14013"/>
            <a:ext cx="774442" cy="774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3" descr="Picture 3">
            <a:extLst>
              <a:ext uri="{FF2B5EF4-FFF2-40B4-BE49-F238E27FC236}">
                <a16:creationId xmlns:a16="http://schemas.microsoft.com/office/drawing/2014/main" id="{D99B9DAE-A354-4BD1-85DC-1561E9BAA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787" y="7626345"/>
            <a:ext cx="3629613" cy="6032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6B14-A46F-E528-4B30-69791BD9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E1487B9-2359-78A3-9EBF-71AEEB2B6182}"/>
              </a:ext>
            </a:extLst>
          </p:cNvPr>
          <p:cNvSpPr/>
          <p:nvPr/>
        </p:nvSpPr>
        <p:spPr>
          <a:xfrm>
            <a:off x="793789" y="1130737"/>
            <a:ext cx="7583295" cy="1078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IN" sz="3200" b="1" dirty="0"/>
              <a:t>Key Features:</a:t>
            </a:r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58345BE-2EAA-17F5-5F54-FCCB7FC05EBC}"/>
              </a:ext>
            </a:extLst>
          </p:cNvPr>
          <p:cNvSpPr/>
          <p:nvPr/>
        </p:nvSpPr>
        <p:spPr>
          <a:xfrm>
            <a:off x="706676" y="2414111"/>
            <a:ext cx="12895499" cy="5212234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A51E0CB-16B9-456D-EEEB-9F4DCF6B8807}"/>
              </a:ext>
            </a:extLst>
          </p:cNvPr>
          <p:cNvSpPr/>
          <p:nvPr/>
        </p:nvSpPr>
        <p:spPr>
          <a:xfrm>
            <a:off x="1028224" y="2414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4CFC8DE-62CF-D942-02AA-EFD26AAB4263}"/>
              </a:ext>
            </a:extLst>
          </p:cNvPr>
          <p:cNvSpPr/>
          <p:nvPr/>
        </p:nvSpPr>
        <p:spPr>
          <a:xfrm>
            <a:off x="1028224" y="290453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/>
              <a:t>1.  Shopping:</a:t>
            </a:r>
          </a:p>
          <a:p>
            <a:r>
              <a:rPr lang="en-US" b="1" dirty="0"/>
              <a:t>=&gt; Product Catalog</a:t>
            </a:r>
            <a:r>
              <a:rPr lang="en-US" dirty="0"/>
              <a:t> &amp; Shopping Cart</a:t>
            </a:r>
          </a:p>
          <a:p>
            <a:r>
              <a:rPr lang="en-US" b="1" dirty="0"/>
              <a:t>=&gt; Order Management</a:t>
            </a:r>
            <a:r>
              <a:rPr lang="en-US" dirty="0"/>
              <a:t> with professional UI</a:t>
            </a:r>
          </a:p>
          <a:p>
            <a:r>
              <a:rPr lang="en-US" b="1" dirty="0"/>
              <a:t>=&gt; User Authentication</a:t>
            </a:r>
            <a:r>
              <a:rPr lang="en-US" dirty="0"/>
              <a:t> system</a:t>
            </a:r>
          </a:p>
          <a:p>
            <a:endParaRPr lang="en-US" dirty="0"/>
          </a:p>
          <a:p>
            <a:r>
              <a:rPr lang="en-US" b="1" dirty="0"/>
              <a:t>2. Fitness Calculators:</a:t>
            </a:r>
          </a:p>
          <a:p>
            <a:r>
              <a:rPr lang="en-US" b="1" dirty="0"/>
              <a:t>=&gt; Calorie Calculator</a:t>
            </a:r>
            <a:r>
              <a:rPr lang="en-US" dirty="0"/>
              <a:t> with meal plans</a:t>
            </a:r>
          </a:p>
          <a:p>
            <a:r>
              <a:rPr lang="en-US" b="1" dirty="0"/>
              <a:t>=&gt; Veg/Non-veg</a:t>
            </a:r>
            <a:r>
              <a:rPr lang="en-US" dirty="0"/>
              <a:t> suggestions</a:t>
            </a:r>
          </a:p>
          <a:p>
            <a:r>
              <a:rPr lang="en-US" b="1" dirty="0"/>
              <a:t>=&gt; No login required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3. AI Personal Trainer:</a:t>
            </a:r>
          </a:p>
          <a:p>
            <a:r>
              <a:rPr lang="en-US" b="1" dirty="0"/>
              <a:t>=&gt; Google Gemini AI</a:t>
            </a:r>
            <a:r>
              <a:rPr lang="en-US" dirty="0"/>
              <a:t> integration</a:t>
            </a:r>
          </a:p>
          <a:p>
            <a:r>
              <a:rPr lang="en-US" b="1" dirty="0"/>
              <a:t>=&gt; Chat-based coaching</a:t>
            </a:r>
            <a:endParaRPr lang="en-US" dirty="0"/>
          </a:p>
          <a:p>
            <a:r>
              <a:rPr lang="en-US" b="1" dirty="0"/>
              <a:t>=&gt; Workout &amp; nutrition</a:t>
            </a:r>
            <a:r>
              <a:rPr lang="en-US" dirty="0"/>
              <a:t> advice</a:t>
            </a:r>
          </a:p>
          <a:p>
            <a:endParaRPr lang="en-US" dirty="0"/>
          </a:p>
          <a:p>
            <a:pPr>
              <a:lnSpc>
                <a:spcPts val="2850"/>
              </a:lnSpc>
            </a:pP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67A6D05-B596-A653-A31C-3DF58B09AC50}"/>
              </a:ext>
            </a:extLst>
          </p:cNvPr>
          <p:cNvSpPr/>
          <p:nvPr/>
        </p:nvSpPr>
        <p:spPr>
          <a:xfrm>
            <a:off x="1028224" y="3403521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91A58F-492B-355C-C6FF-2A446A9652D6}"/>
              </a:ext>
            </a:extLst>
          </p:cNvPr>
          <p:cNvSpPr/>
          <p:nvPr/>
        </p:nvSpPr>
        <p:spPr>
          <a:xfrm>
            <a:off x="626290" y="4530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C2DBDA-128B-790A-AAE4-B8F0FCD044CE}"/>
              </a:ext>
            </a:extLst>
          </p:cNvPr>
          <p:cNvSpPr/>
          <p:nvPr/>
        </p:nvSpPr>
        <p:spPr>
          <a:xfrm>
            <a:off x="1028224" y="495252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068193B-100C-2B8C-9E7B-46595D8FFAE1}"/>
              </a:ext>
            </a:extLst>
          </p:cNvPr>
          <p:cNvSpPr/>
          <p:nvPr/>
        </p:nvSpPr>
        <p:spPr>
          <a:xfrm>
            <a:off x="1028224" y="6011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C5A5F86-4BD1-A785-6FFB-98E02F5DD2F3}"/>
              </a:ext>
            </a:extLst>
          </p:cNvPr>
          <p:cNvSpPr/>
          <p:nvPr/>
        </p:nvSpPr>
        <p:spPr>
          <a:xfrm>
            <a:off x="1028224" y="650152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4" name="Picture 4" descr="Picture 4">
            <a:extLst>
              <a:ext uri="{FF2B5EF4-FFF2-40B4-BE49-F238E27FC236}">
                <a16:creationId xmlns:a16="http://schemas.microsoft.com/office/drawing/2014/main" id="{A09E6F43-FF51-6E7D-219F-BF52A52D7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8" y="-14013"/>
            <a:ext cx="774442" cy="774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Picture 3" descr="Picture 3">
            <a:extLst>
              <a:ext uri="{FF2B5EF4-FFF2-40B4-BE49-F238E27FC236}">
                <a16:creationId xmlns:a16="http://schemas.microsoft.com/office/drawing/2014/main" id="{52682AFF-A62D-A120-AEBF-EC9C129BD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787" y="7626345"/>
            <a:ext cx="3629613" cy="60325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649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83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Technology Used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980599" y="31324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0599" y="3217426"/>
            <a:ext cx="4304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37840" y="3110212"/>
            <a:ext cx="2967752" cy="82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/>
              <a:t>Frontend:</a:t>
            </a:r>
            <a:r>
              <a:rPr lang="en-US" sz="2400" dirty="0"/>
              <a:t> React.js + Modern CSS</a:t>
            </a:r>
          </a:p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85467" y="31324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8581" y="3217426"/>
            <a:ext cx="20395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32415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b="1" dirty="0"/>
              <a:t>Backend:</a:t>
            </a:r>
            <a:r>
              <a:rPr lang="en-IN" sz="2400" dirty="0"/>
              <a:t> Django + Python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22583" y="403269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80599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4166" y="5632847"/>
            <a:ext cx="5103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632846"/>
            <a:ext cx="28352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b="1" dirty="0"/>
              <a:t>AI:</a:t>
            </a:r>
            <a:r>
              <a:rPr lang="en-IN" sz="2400" dirty="0"/>
              <a:t> Google Gemini API</a:t>
            </a:r>
          </a:p>
        </p:txBody>
      </p:sp>
      <p:sp>
        <p:nvSpPr>
          <p:cNvPr id="15" name="Text 12"/>
          <p:cNvSpPr/>
          <p:nvPr/>
        </p:nvSpPr>
        <p:spPr>
          <a:xfrm>
            <a:off x="1530906" y="603825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6" name="Picture 4" descr="Picture 4">
            <a:extLst>
              <a:ext uri="{FF2B5EF4-FFF2-40B4-BE49-F238E27FC236}">
                <a16:creationId xmlns:a16="http://schemas.microsoft.com/office/drawing/2014/main" id="{B6039C2E-6C8E-ED7C-54A2-24262EC20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" y="-14013"/>
            <a:ext cx="774442" cy="774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Picture 3" descr="Picture 3">
            <a:extLst>
              <a:ext uri="{FF2B5EF4-FFF2-40B4-BE49-F238E27FC236}">
                <a16:creationId xmlns:a16="http://schemas.microsoft.com/office/drawing/2014/main" id="{9EE452F8-654B-BF30-9D25-D164386F8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787" y="7626345"/>
            <a:ext cx="3629613" cy="6032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2810-2109-1E2C-051C-947E3946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F482425-0502-7C2B-6551-5B742A1EF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B559EB5-C186-9165-40E7-FB9EA3C6AD1B}"/>
              </a:ext>
            </a:extLst>
          </p:cNvPr>
          <p:cNvSpPr/>
          <p:nvPr/>
        </p:nvSpPr>
        <p:spPr>
          <a:xfrm>
            <a:off x="793790" y="18283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Future Scope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4E5E908-F394-422A-E441-48927AF05924}"/>
              </a:ext>
            </a:extLst>
          </p:cNvPr>
          <p:cNvSpPr/>
          <p:nvPr/>
        </p:nvSpPr>
        <p:spPr>
          <a:xfrm>
            <a:off x="980599" y="31324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979A210-C5A8-325C-C644-B8005305AB5B}"/>
              </a:ext>
            </a:extLst>
          </p:cNvPr>
          <p:cNvSpPr/>
          <p:nvPr/>
        </p:nvSpPr>
        <p:spPr>
          <a:xfrm>
            <a:off x="980599" y="3217426"/>
            <a:ext cx="43042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C59D54-9CF4-579A-E0B9-D9918F463204}"/>
              </a:ext>
            </a:extLst>
          </p:cNvPr>
          <p:cNvSpPr/>
          <p:nvPr/>
        </p:nvSpPr>
        <p:spPr>
          <a:xfrm>
            <a:off x="1637840" y="3217426"/>
            <a:ext cx="2967752" cy="71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b="1" dirty="0"/>
              <a:t> Mobile App</a:t>
            </a:r>
            <a:endParaRPr lang="en-US" sz="2400" dirty="0"/>
          </a:p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289F2A3-9F18-C7B0-7F10-8C9862585222}"/>
              </a:ext>
            </a:extLst>
          </p:cNvPr>
          <p:cNvSpPr/>
          <p:nvPr/>
        </p:nvSpPr>
        <p:spPr>
          <a:xfrm>
            <a:off x="4685467" y="31324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E2D435-30FE-5560-E3FC-2DE05B1FFDF0}"/>
              </a:ext>
            </a:extLst>
          </p:cNvPr>
          <p:cNvSpPr/>
          <p:nvPr/>
        </p:nvSpPr>
        <p:spPr>
          <a:xfrm>
            <a:off x="4838581" y="3217426"/>
            <a:ext cx="20395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68AB786-0030-2625-C7A6-077AC1A4AF30}"/>
              </a:ext>
            </a:extLst>
          </p:cNvPr>
          <p:cNvSpPr/>
          <p:nvPr/>
        </p:nvSpPr>
        <p:spPr>
          <a:xfrm>
            <a:off x="5422583" y="3217425"/>
            <a:ext cx="2927747" cy="6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IN" sz="2400" b="1" dirty="0"/>
              <a:t>Online Payment</a:t>
            </a:r>
            <a:endParaRPr lang="en-US" sz="2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FD35A35-FD4B-41B6-3F12-C661B8F6C0BB}"/>
              </a:ext>
            </a:extLst>
          </p:cNvPr>
          <p:cNvSpPr/>
          <p:nvPr/>
        </p:nvSpPr>
        <p:spPr>
          <a:xfrm>
            <a:off x="5422583" y="403269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A1C381A-821C-7AFC-5F21-CB3EC9FD3166}"/>
              </a:ext>
            </a:extLst>
          </p:cNvPr>
          <p:cNvSpPr/>
          <p:nvPr/>
        </p:nvSpPr>
        <p:spPr>
          <a:xfrm>
            <a:off x="980599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96CE6D8-C2ED-0D24-A0C2-05DC2A9DD647}"/>
              </a:ext>
            </a:extLst>
          </p:cNvPr>
          <p:cNvSpPr/>
          <p:nvPr/>
        </p:nvSpPr>
        <p:spPr>
          <a:xfrm>
            <a:off x="944166" y="5632847"/>
            <a:ext cx="5103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8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F7AB22F-C066-2B79-94B3-727F7740905B}"/>
              </a:ext>
            </a:extLst>
          </p:cNvPr>
          <p:cNvSpPr/>
          <p:nvPr/>
        </p:nvSpPr>
        <p:spPr>
          <a:xfrm>
            <a:off x="1530906" y="5632846"/>
            <a:ext cx="28352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 dirty="0"/>
              <a:t> Progress Tracking</a:t>
            </a:r>
            <a:endParaRPr lang="en-IN" sz="24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8520FAB-2DD7-21B3-F044-66130830E5F4}"/>
              </a:ext>
            </a:extLst>
          </p:cNvPr>
          <p:cNvSpPr/>
          <p:nvPr/>
        </p:nvSpPr>
        <p:spPr>
          <a:xfrm>
            <a:off x="1530906" y="603825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6" name="Picture 4" descr="Picture 4">
            <a:extLst>
              <a:ext uri="{FF2B5EF4-FFF2-40B4-BE49-F238E27FC236}">
                <a16:creationId xmlns:a16="http://schemas.microsoft.com/office/drawing/2014/main" id="{E914336D-5F4F-19FF-C980-989B6DACD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" y="-14013"/>
            <a:ext cx="774442" cy="774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Picture 3" descr="Picture 3">
            <a:extLst>
              <a:ext uri="{FF2B5EF4-FFF2-40B4-BE49-F238E27FC236}">
                <a16:creationId xmlns:a16="http://schemas.microsoft.com/office/drawing/2014/main" id="{E837142E-184E-731B-9F86-2D3DF0755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787" y="7626345"/>
            <a:ext cx="3629613" cy="60325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3992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 0"/>
          <p:cNvSpPr txBox="1"/>
          <p:nvPr/>
        </p:nvSpPr>
        <p:spPr>
          <a:xfrm>
            <a:off x="793790" y="3408876"/>
            <a:ext cx="2664725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 spc="-134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Thank You</a:t>
            </a:r>
          </a:p>
        </p:txBody>
      </p:sp>
      <p:sp>
        <p:nvSpPr>
          <p:cNvPr id="151" name="Text 1"/>
          <p:cNvSpPr txBox="1"/>
          <p:nvPr/>
        </p:nvSpPr>
        <p:spPr>
          <a:xfrm>
            <a:off x="793789" y="4457817"/>
            <a:ext cx="3596065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 spc="-3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We appreciate your time and feedback.</a:t>
            </a:r>
          </a:p>
        </p:txBody>
      </p:sp>
      <p:pic>
        <p:nvPicPr>
          <p:cNvPr id="15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8" y="-14013"/>
            <a:ext cx="774442" cy="774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3" descr="Picture 3">
            <a:extLst>
              <a:ext uri="{FF2B5EF4-FFF2-40B4-BE49-F238E27FC236}">
                <a16:creationId xmlns:a16="http://schemas.microsoft.com/office/drawing/2014/main" id="{BED0FD40-38C7-7EE7-84E2-DE2C6FF5E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787" y="7626345"/>
            <a:ext cx="3629613" cy="6032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133</Words>
  <Application>Microsoft Office PowerPoint</Application>
  <PresentationFormat>Custom</PresentationFormat>
  <Paragraphs>41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18</cp:revision>
  <dcterms:created xsi:type="dcterms:W3CDTF">2025-02-26T19:21:58Z</dcterms:created>
  <dcterms:modified xsi:type="dcterms:W3CDTF">2025-08-22T16:42:02Z</dcterms:modified>
</cp:coreProperties>
</file>